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9" r:id="rId2"/>
  </p:sldIdLst>
  <p:sldSz cx="5759450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03" autoAdjust="0"/>
    <p:restoredTop sz="94660"/>
  </p:normalViewPr>
  <p:slideViewPr>
    <p:cSldViewPr snapToGrid="0">
      <p:cViewPr varScale="1">
        <p:scale>
          <a:sx n="380" d="100"/>
          <a:sy n="380" d="100"/>
        </p:scale>
        <p:origin x="188" y="1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931" y="235644"/>
            <a:ext cx="4319588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31" y="756262"/>
            <a:ext cx="4319588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4673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2503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2" y="358966"/>
            <a:ext cx="4967526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2" y="963575"/>
            <a:ext cx="4967526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67169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383297"/>
            <a:ext cx="2447766" cy="9135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383297"/>
            <a:ext cx="2447766" cy="9135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2754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76659"/>
            <a:ext cx="4967526" cy="2783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352967"/>
            <a:ext cx="2436517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525950"/>
            <a:ext cx="2436517" cy="77359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352967"/>
            <a:ext cx="2448516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525950"/>
            <a:ext cx="2448516" cy="77359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73568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41209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36786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3" y="95991"/>
            <a:ext cx="1857572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207314"/>
            <a:ext cx="2915722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3" y="431959"/>
            <a:ext cx="1857572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10113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3" y="95991"/>
            <a:ext cx="1857572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207314"/>
            <a:ext cx="2915722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3" y="431959"/>
            <a:ext cx="1857572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3934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7968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76660"/>
            <a:ext cx="1241881" cy="12202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2" y="76660"/>
            <a:ext cx="3653651" cy="12202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74448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76659"/>
            <a:ext cx="4967526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383297"/>
            <a:ext cx="4967526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1334540"/>
            <a:ext cx="1295876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1334540"/>
            <a:ext cx="1943814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1334540"/>
            <a:ext cx="1295876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9802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8CBA88C-CC80-4FA1-979D-97C885AFA3DC}"/>
              </a:ext>
            </a:extLst>
          </p:cNvPr>
          <p:cNvCxnSpPr/>
          <p:nvPr/>
        </p:nvCxnSpPr>
        <p:spPr>
          <a:xfrm>
            <a:off x="110397" y="299860"/>
            <a:ext cx="5436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F22475C-E591-42E6-A98F-80971643B212}"/>
              </a:ext>
            </a:extLst>
          </p:cNvPr>
          <p:cNvCxnSpPr/>
          <p:nvPr/>
        </p:nvCxnSpPr>
        <p:spPr>
          <a:xfrm>
            <a:off x="110397" y="403794"/>
            <a:ext cx="5436000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F4839A8-E426-49AA-8945-F7E2EEE33EEC}"/>
              </a:ext>
            </a:extLst>
          </p:cNvPr>
          <p:cNvCxnSpPr>
            <a:cxnSpLocks/>
          </p:cNvCxnSpPr>
          <p:nvPr/>
        </p:nvCxnSpPr>
        <p:spPr>
          <a:xfrm>
            <a:off x="110397" y="487187"/>
            <a:ext cx="10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88D3C4C-2D44-4EB0-BD93-660669593168}"/>
              </a:ext>
            </a:extLst>
          </p:cNvPr>
          <p:cNvCxnSpPr/>
          <p:nvPr/>
        </p:nvCxnSpPr>
        <p:spPr>
          <a:xfrm>
            <a:off x="1189637" y="484805"/>
            <a:ext cx="252001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36823C2-5B40-43B5-BD3F-EDC17D05B56D}"/>
              </a:ext>
            </a:extLst>
          </p:cNvPr>
          <p:cNvCxnSpPr>
            <a:cxnSpLocks/>
          </p:cNvCxnSpPr>
          <p:nvPr/>
        </p:nvCxnSpPr>
        <p:spPr>
          <a:xfrm>
            <a:off x="2783749" y="483899"/>
            <a:ext cx="16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13EFFF2-85EE-41DB-AFB5-282BB5F563F7}"/>
              </a:ext>
            </a:extLst>
          </p:cNvPr>
          <p:cNvCxnSpPr>
            <a:cxnSpLocks/>
          </p:cNvCxnSpPr>
          <p:nvPr/>
        </p:nvCxnSpPr>
        <p:spPr>
          <a:xfrm>
            <a:off x="5051767" y="481773"/>
            <a:ext cx="48737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62599D8D-D8C9-4EC1-8037-295E4CC9AE4F}"/>
              </a:ext>
            </a:extLst>
          </p:cNvPr>
          <p:cNvCxnSpPr>
            <a:cxnSpLocks/>
          </p:cNvCxnSpPr>
          <p:nvPr/>
        </p:nvCxnSpPr>
        <p:spPr>
          <a:xfrm flipV="1">
            <a:off x="671615" y="487193"/>
            <a:ext cx="489249" cy="27679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101ADDD-628F-43C8-AE0E-C3DB5ED3579F}"/>
              </a:ext>
            </a:extLst>
          </p:cNvPr>
          <p:cNvCxnSpPr>
            <a:cxnSpLocks/>
          </p:cNvCxnSpPr>
          <p:nvPr/>
        </p:nvCxnSpPr>
        <p:spPr>
          <a:xfrm flipV="1">
            <a:off x="678860" y="566568"/>
            <a:ext cx="489249" cy="27679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AF70A59-B37E-4027-A01A-7C838484CE2A}"/>
              </a:ext>
            </a:extLst>
          </p:cNvPr>
          <p:cNvCxnSpPr>
            <a:cxnSpLocks/>
          </p:cNvCxnSpPr>
          <p:nvPr/>
        </p:nvCxnSpPr>
        <p:spPr>
          <a:xfrm>
            <a:off x="1160855" y="568951"/>
            <a:ext cx="216000" cy="385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5854EA19-E7E6-47E3-8007-738C8D0B332F}"/>
              </a:ext>
            </a:extLst>
          </p:cNvPr>
          <p:cNvCxnSpPr>
            <a:cxnSpLocks/>
          </p:cNvCxnSpPr>
          <p:nvPr/>
        </p:nvCxnSpPr>
        <p:spPr>
          <a:xfrm flipV="1">
            <a:off x="1372098" y="489570"/>
            <a:ext cx="105620" cy="8414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0F5F44B-9E59-4384-BFB3-6E86AC92CDAC}"/>
              </a:ext>
            </a:extLst>
          </p:cNvPr>
          <p:cNvCxnSpPr>
            <a:cxnSpLocks/>
          </p:cNvCxnSpPr>
          <p:nvPr/>
        </p:nvCxnSpPr>
        <p:spPr>
          <a:xfrm>
            <a:off x="4473180" y="483897"/>
            <a:ext cx="576000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72112644-0D44-496B-B924-D529A29EB7F2}"/>
              </a:ext>
            </a:extLst>
          </p:cNvPr>
          <p:cNvCxnSpPr>
            <a:cxnSpLocks/>
          </p:cNvCxnSpPr>
          <p:nvPr/>
        </p:nvCxnSpPr>
        <p:spPr>
          <a:xfrm flipV="1">
            <a:off x="3993666" y="486283"/>
            <a:ext cx="489249" cy="27679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DA9C53C-061A-4824-91EF-9E0FD704F888}"/>
              </a:ext>
            </a:extLst>
          </p:cNvPr>
          <p:cNvCxnSpPr>
            <a:cxnSpLocks/>
          </p:cNvCxnSpPr>
          <p:nvPr/>
        </p:nvCxnSpPr>
        <p:spPr>
          <a:xfrm flipV="1">
            <a:off x="4040122" y="545546"/>
            <a:ext cx="489249" cy="274521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phic 111" descr="Traffic light">
            <a:extLst>
              <a:ext uri="{FF2B5EF4-FFF2-40B4-BE49-F238E27FC236}">
                <a16:creationId xmlns:a16="http://schemas.microsoft.com/office/drawing/2014/main" id="{845EF74F-7B0A-45DA-B924-553F08D4A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0628" y="499129"/>
            <a:ext cx="92835" cy="92835"/>
          </a:xfrm>
          <a:prstGeom prst="rect">
            <a:avLst/>
          </a:prstGeom>
        </p:spPr>
      </p:pic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6EB3442-8ADF-4B32-A1C5-680B3BEA775B}"/>
              </a:ext>
            </a:extLst>
          </p:cNvPr>
          <p:cNvCxnSpPr>
            <a:cxnSpLocks/>
            <a:stCxn id="112" idx="2"/>
          </p:cNvCxnSpPr>
          <p:nvPr/>
        </p:nvCxnSpPr>
        <p:spPr>
          <a:xfrm>
            <a:off x="4287046" y="591964"/>
            <a:ext cx="87811" cy="12753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Traffic light">
            <a:extLst>
              <a:ext uri="{FF2B5EF4-FFF2-40B4-BE49-F238E27FC236}">
                <a16:creationId xmlns:a16="http://schemas.microsoft.com/office/drawing/2014/main" id="{42687CDB-7529-4C19-BEFE-4D7614AD0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5343" y="500787"/>
            <a:ext cx="92835" cy="92835"/>
          </a:xfrm>
          <a:prstGeom prst="rect">
            <a:avLst/>
          </a:prstGeom>
        </p:spPr>
      </p:pic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FDF209F1-FFBC-4ED3-8C2A-7366B7ACE0DE}"/>
              </a:ext>
            </a:extLst>
          </p:cNvPr>
          <p:cNvCxnSpPr>
            <a:stCxn id="114" idx="2"/>
          </p:cNvCxnSpPr>
          <p:nvPr/>
        </p:nvCxnSpPr>
        <p:spPr>
          <a:xfrm>
            <a:off x="961761" y="593618"/>
            <a:ext cx="46417" cy="6645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Isosceles Triangle 121">
            <a:extLst>
              <a:ext uri="{FF2B5EF4-FFF2-40B4-BE49-F238E27FC236}">
                <a16:creationId xmlns:a16="http://schemas.microsoft.com/office/drawing/2014/main" id="{1B57DB26-9B6B-4EAD-BDCE-26E13CC743EE}"/>
              </a:ext>
            </a:extLst>
          </p:cNvPr>
          <p:cNvSpPr/>
          <p:nvPr/>
        </p:nvSpPr>
        <p:spPr>
          <a:xfrm rot="4456722">
            <a:off x="1052064" y="435189"/>
            <a:ext cx="79393" cy="13268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798"/>
          </a:p>
        </p:txBody>
      </p:sp>
      <p:sp>
        <p:nvSpPr>
          <p:cNvPr id="123" name="Isosceles Triangle 122">
            <a:extLst>
              <a:ext uri="{FF2B5EF4-FFF2-40B4-BE49-F238E27FC236}">
                <a16:creationId xmlns:a16="http://schemas.microsoft.com/office/drawing/2014/main" id="{5DDF4188-CFC9-43BE-ADEC-18A644C9F83B}"/>
              </a:ext>
            </a:extLst>
          </p:cNvPr>
          <p:cNvSpPr/>
          <p:nvPr/>
        </p:nvSpPr>
        <p:spPr>
          <a:xfrm rot="4456722">
            <a:off x="4373140" y="438710"/>
            <a:ext cx="79393" cy="13268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798"/>
          </a:p>
        </p:txBody>
      </p:sp>
      <p:sp>
        <p:nvSpPr>
          <p:cNvPr id="124" name="Right Bracket 123">
            <a:extLst>
              <a:ext uri="{FF2B5EF4-FFF2-40B4-BE49-F238E27FC236}">
                <a16:creationId xmlns:a16="http://schemas.microsoft.com/office/drawing/2014/main" id="{489DD799-DD68-4AFE-B5C4-2F9DF6A2C634}"/>
              </a:ext>
            </a:extLst>
          </p:cNvPr>
          <p:cNvSpPr/>
          <p:nvPr/>
        </p:nvSpPr>
        <p:spPr>
          <a:xfrm rot="16200000">
            <a:off x="1305262" y="84961"/>
            <a:ext cx="36001" cy="359999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798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186A8D6-574A-4D20-BE10-91100F2BD3B1}"/>
              </a:ext>
            </a:extLst>
          </p:cNvPr>
          <p:cNvSpPr txBox="1"/>
          <p:nvPr/>
        </p:nvSpPr>
        <p:spPr>
          <a:xfrm>
            <a:off x="978994" y="26976"/>
            <a:ext cx="739479" cy="215765"/>
          </a:xfrm>
          <a:prstGeom prst="rect">
            <a:avLst/>
          </a:prstGeom>
          <a:noFill/>
        </p:spPr>
        <p:txBody>
          <a:bodyPr wrap="square" lIns="36001" rtlCol="0" anchor="ctr">
            <a:spAutoFit/>
          </a:bodyPr>
          <a:lstStyle/>
          <a:p>
            <a:r>
              <a:rPr lang="de-CH" sz="802" dirty="0" err="1">
                <a:latin typeface="Arial" panose="020B0604020202020204" pitchFamily="34" charset="0"/>
                <a:cs typeface="Arial" panose="020B0604020202020204" pitchFamily="34" charset="0"/>
              </a:rPr>
              <a:t>merging</a:t>
            </a:r>
            <a:r>
              <a:rPr lang="de-CH" sz="80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802" dirty="0" err="1"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de-CH" sz="80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0D1E70F-26E4-45AF-B64B-3EC902A0C48D}"/>
              </a:ext>
            </a:extLst>
          </p:cNvPr>
          <p:cNvSpPr txBox="1"/>
          <p:nvPr/>
        </p:nvSpPr>
        <p:spPr>
          <a:xfrm>
            <a:off x="145385" y="328892"/>
            <a:ext cx="473252" cy="123432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square" lIns="35999" tIns="0" rIns="35999" bIns="0" rtlCol="0" anchor="ctr">
            <a:spAutoFit/>
          </a:bodyPr>
          <a:lstStyle/>
          <a:p>
            <a:pPr algn="ctr"/>
            <a:r>
              <a:rPr lang="de-CH" sz="802" dirty="0" err="1">
                <a:latin typeface="Arial" panose="020B0604020202020204" pitchFamily="34" charset="0"/>
                <a:cs typeface="Arial" panose="020B0604020202020204" pitchFamily="34" charset="0"/>
              </a:rPr>
              <a:t>mainline</a:t>
            </a:r>
            <a:endParaRPr lang="de-CH" sz="80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6669A8BD-D683-4402-B652-16F045100C6D}"/>
              </a:ext>
            </a:extLst>
          </p:cNvPr>
          <p:cNvCxnSpPr>
            <a:cxnSpLocks/>
          </p:cNvCxnSpPr>
          <p:nvPr/>
        </p:nvCxnSpPr>
        <p:spPr>
          <a:xfrm>
            <a:off x="1477716" y="487187"/>
            <a:ext cx="100799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Arrow: Up 132">
            <a:extLst>
              <a:ext uri="{FF2B5EF4-FFF2-40B4-BE49-F238E27FC236}">
                <a16:creationId xmlns:a16="http://schemas.microsoft.com/office/drawing/2014/main" id="{9F137CFE-A610-482F-B82A-82D362698332}"/>
              </a:ext>
            </a:extLst>
          </p:cNvPr>
          <p:cNvSpPr/>
          <p:nvPr/>
        </p:nvSpPr>
        <p:spPr>
          <a:xfrm rot="5400000" flipH="1">
            <a:off x="3689411" y="389530"/>
            <a:ext cx="31224" cy="97131"/>
          </a:xfrm>
          <a:prstGeom prst="upArrow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802"/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72FC451-744B-4310-AA79-2F97A63236E5}"/>
              </a:ext>
            </a:extLst>
          </p:cNvPr>
          <p:cNvGrpSpPr/>
          <p:nvPr/>
        </p:nvGrpSpPr>
        <p:grpSpPr>
          <a:xfrm rot="10800000">
            <a:off x="1102681" y="327438"/>
            <a:ext cx="97131" cy="130593"/>
            <a:chOff x="1673313" y="1253157"/>
            <a:chExt cx="97129" cy="130593"/>
          </a:xfrm>
        </p:grpSpPr>
        <p:sp>
          <p:nvSpPr>
            <p:cNvPr id="136" name="Arrow: Up 135">
              <a:extLst>
                <a:ext uri="{FF2B5EF4-FFF2-40B4-BE49-F238E27FC236}">
                  <a16:creationId xmlns:a16="http://schemas.microsoft.com/office/drawing/2014/main" id="{15589599-CE55-4E23-BF42-CA3CFFC5A546}"/>
                </a:ext>
              </a:extLst>
            </p:cNvPr>
            <p:cNvSpPr/>
            <p:nvPr/>
          </p:nvSpPr>
          <p:spPr>
            <a:xfrm rot="16200000" flipH="1">
              <a:off x="1706264" y="1220206"/>
              <a:ext cx="31227" cy="97129"/>
            </a:xfrm>
            <a:prstGeom prst="upArrow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802"/>
            </a:p>
          </p:txBody>
        </p:sp>
        <p:sp>
          <p:nvSpPr>
            <p:cNvPr id="137" name="Arrow: Up 136">
              <a:extLst>
                <a:ext uri="{FF2B5EF4-FFF2-40B4-BE49-F238E27FC236}">
                  <a16:creationId xmlns:a16="http://schemas.microsoft.com/office/drawing/2014/main" id="{6DF59170-F3E9-4C46-BB8D-82831DEFF59C}"/>
                </a:ext>
              </a:extLst>
            </p:cNvPr>
            <p:cNvSpPr/>
            <p:nvPr/>
          </p:nvSpPr>
          <p:spPr>
            <a:xfrm rot="16200000" flipH="1">
              <a:off x="1706264" y="1319572"/>
              <a:ext cx="31227" cy="97129"/>
            </a:xfrm>
            <a:prstGeom prst="upArrow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802"/>
            </a:p>
          </p:txBody>
        </p:sp>
      </p:grpSp>
      <p:sp>
        <p:nvSpPr>
          <p:cNvPr id="138" name="Arrow: Up 137">
            <a:extLst>
              <a:ext uri="{FF2B5EF4-FFF2-40B4-BE49-F238E27FC236}">
                <a16:creationId xmlns:a16="http://schemas.microsoft.com/office/drawing/2014/main" id="{C8C0AEB3-758A-4805-80A9-BE5CA95E4011}"/>
              </a:ext>
            </a:extLst>
          </p:cNvPr>
          <p:cNvSpPr/>
          <p:nvPr/>
        </p:nvSpPr>
        <p:spPr>
          <a:xfrm rot="5400000" flipH="1">
            <a:off x="3690282" y="293391"/>
            <a:ext cx="31226" cy="97131"/>
          </a:xfrm>
          <a:prstGeom prst="upArrow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802"/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5B3847C7-76DB-4FDE-A21D-B2E985255265}"/>
              </a:ext>
            </a:extLst>
          </p:cNvPr>
          <p:cNvGrpSpPr/>
          <p:nvPr/>
        </p:nvGrpSpPr>
        <p:grpSpPr>
          <a:xfrm rot="10800000">
            <a:off x="4529371" y="321635"/>
            <a:ext cx="97131" cy="130593"/>
            <a:chOff x="1673313" y="1253157"/>
            <a:chExt cx="97129" cy="130593"/>
          </a:xfrm>
        </p:grpSpPr>
        <p:sp>
          <p:nvSpPr>
            <p:cNvPr id="140" name="Arrow: Up 139">
              <a:extLst>
                <a:ext uri="{FF2B5EF4-FFF2-40B4-BE49-F238E27FC236}">
                  <a16:creationId xmlns:a16="http://schemas.microsoft.com/office/drawing/2014/main" id="{28F0847A-3307-4B09-B080-7CB58F6F3849}"/>
                </a:ext>
              </a:extLst>
            </p:cNvPr>
            <p:cNvSpPr/>
            <p:nvPr/>
          </p:nvSpPr>
          <p:spPr>
            <a:xfrm rot="16200000" flipH="1">
              <a:off x="1706264" y="1220206"/>
              <a:ext cx="31227" cy="97129"/>
            </a:xfrm>
            <a:prstGeom prst="upArrow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802"/>
            </a:p>
          </p:txBody>
        </p:sp>
        <p:sp>
          <p:nvSpPr>
            <p:cNvPr id="141" name="Arrow: Up 140">
              <a:extLst>
                <a:ext uri="{FF2B5EF4-FFF2-40B4-BE49-F238E27FC236}">
                  <a16:creationId xmlns:a16="http://schemas.microsoft.com/office/drawing/2014/main" id="{7B279625-14D1-424C-904F-2C8B1C882007}"/>
                </a:ext>
              </a:extLst>
            </p:cNvPr>
            <p:cNvSpPr/>
            <p:nvPr/>
          </p:nvSpPr>
          <p:spPr>
            <a:xfrm rot="16200000" flipH="1">
              <a:off x="1706264" y="1319572"/>
              <a:ext cx="31227" cy="97129"/>
            </a:xfrm>
            <a:prstGeom prst="upArrow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802"/>
            </a:p>
          </p:txBody>
        </p:sp>
      </p:grpSp>
      <p:sp>
        <p:nvSpPr>
          <p:cNvPr id="143" name="Arrow: Up 142">
            <a:extLst>
              <a:ext uri="{FF2B5EF4-FFF2-40B4-BE49-F238E27FC236}">
                <a16:creationId xmlns:a16="http://schemas.microsoft.com/office/drawing/2014/main" id="{AF123CBB-1450-4519-961B-4D0D9DA212F7}"/>
              </a:ext>
            </a:extLst>
          </p:cNvPr>
          <p:cNvSpPr/>
          <p:nvPr/>
        </p:nvSpPr>
        <p:spPr>
          <a:xfrm rot="3574632" flipH="1">
            <a:off x="4156870" y="654536"/>
            <a:ext cx="31226" cy="97131"/>
          </a:xfrm>
          <a:prstGeom prst="upArrow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802"/>
          </a:p>
        </p:txBody>
      </p:sp>
      <p:sp>
        <p:nvSpPr>
          <p:cNvPr id="144" name="Arrow: Up 143">
            <a:extLst>
              <a:ext uri="{FF2B5EF4-FFF2-40B4-BE49-F238E27FC236}">
                <a16:creationId xmlns:a16="http://schemas.microsoft.com/office/drawing/2014/main" id="{199EC735-884C-4D5E-B65E-10B4F59D93EF}"/>
              </a:ext>
            </a:extLst>
          </p:cNvPr>
          <p:cNvSpPr/>
          <p:nvPr/>
        </p:nvSpPr>
        <p:spPr>
          <a:xfrm rot="3568266" flipH="1">
            <a:off x="834245" y="654608"/>
            <a:ext cx="31226" cy="97131"/>
          </a:xfrm>
          <a:prstGeom prst="upArrow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802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07CD7433-02E6-4516-B008-6E25187FB54D}"/>
                  </a:ext>
                </a:extLst>
              </p:cNvPr>
              <p:cNvSpPr txBox="1"/>
              <p:nvPr/>
            </p:nvSpPr>
            <p:spPr>
              <a:xfrm>
                <a:off x="757981" y="702805"/>
                <a:ext cx="175817" cy="215765"/>
              </a:xfrm>
              <a:prstGeom prst="rect">
                <a:avLst/>
              </a:prstGeom>
              <a:noFill/>
            </p:spPr>
            <p:txBody>
              <a:bodyPr wrap="square" lIns="36001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802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CH" sz="802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𝑜</m:t>
                          </m:r>
                        </m:e>
                        <m:sub>
                          <m:r>
                            <a:rPr lang="de-CH" sz="802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sz="802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07CD7433-02E6-4516-B008-6E25187FB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81" y="702805"/>
                <a:ext cx="175817" cy="2157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394747D7-00DA-42C4-960A-A5C7E0691D84}"/>
                  </a:ext>
                </a:extLst>
              </p:cNvPr>
              <p:cNvSpPr txBox="1"/>
              <p:nvPr/>
            </p:nvSpPr>
            <p:spPr>
              <a:xfrm>
                <a:off x="4420251" y="721538"/>
                <a:ext cx="175817" cy="215765"/>
              </a:xfrm>
              <a:prstGeom prst="rect">
                <a:avLst/>
              </a:prstGeom>
              <a:noFill/>
            </p:spPr>
            <p:txBody>
              <a:bodyPr wrap="square" lIns="36001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802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CH" sz="802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𝑜</m:t>
                          </m:r>
                        </m:e>
                        <m:sub>
                          <m:r>
                            <a:rPr lang="de-CH" sz="802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CH" sz="802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394747D7-00DA-42C4-960A-A5C7E0691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0251" y="721538"/>
                <a:ext cx="175817" cy="2157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DF6B18E-9E97-496E-9AB0-0D3BCE2D877D}"/>
              </a:ext>
            </a:extLst>
          </p:cNvPr>
          <p:cNvCxnSpPr>
            <a:cxnSpLocks/>
          </p:cNvCxnSpPr>
          <p:nvPr/>
        </p:nvCxnSpPr>
        <p:spPr>
          <a:xfrm flipV="1">
            <a:off x="2115039" y="488667"/>
            <a:ext cx="489249" cy="27679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697413E7-40BD-47A5-83A4-441B44A22070}"/>
              </a:ext>
            </a:extLst>
          </p:cNvPr>
          <p:cNvCxnSpPr>
            <a:cxnSpLocks/>
          </p:cNvCxnSpPr>
          <p:nvPr/>
        </p:nvCxnSpPr>
        <p:spPr>
          <a:xfrm flipV="1">
            <a:off x="2154489" y="481773"/>
            <a:ext cx="638644" cy="35657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7" name="Graphic 156" descr="Traffic light">
            <a:extLst>
              <a:ext uri="{FF2B5EF4-FFF2-40B4-BE49-F238E27FC236}">
                <a16:creationId xmlns:a16="http://schemas.microsoft.com/office/drawing/2014/main" id="{A1F500E9-0E10-4810-AC59-B73681339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58767" y="502261"/>
            <a:ext cx="92835" cy="92835"/>
          </a:xfrm>
          <a:prstGeom prst="rect">
            <a:avLst/>
          </a:prstGeom>
        </p:spPr>
      </p:pic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50C182B8-62EB-47FB-82F8-CE3D42AE3F91}"/>
              </a:ext>
            </a:extLst>
          </p:cNvPr>
          <p:cNvCxnSpPr>
            <a:cxnSpLocks/>
          </p:cNvCxnSpPr>
          <p:nvPr/>
        </p:nvCxnSpPr>
        <p:spPr>
          <a:xfrm>
            <a:off x="2408528" y="600108"/>
            <a:ext cx="46417" cy="6645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Isosceles Triangle 162">
            <a:extLst>
              <a:ext uri="{FF2B5EF4-FFF2-40B4-BE49-F238E27FC236}">
                <a16:creationId xmlns:a16="http://schemas.microsoft.com/office/drawing/2014/main" id="{1E9C30F0-25BD-41F0-A638-F4B8340A6F4F}"/>
              </a:ext>
            </a:extLst>
          </p:cNvPr>
          <p:cNvSpPr/>
          <p:nvPr/>
        </p:nvSpPr>
        <p:spPr>
          <a:xfrm rot="4456722">
            <a:off x="2495489" y="436662"/>
            <a:ext cx="79393" cy="13268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798"/>
          </a:p>
        </p:txBody>
      </p:sp>
      <p:sp>
        <p:nvSpPr>
          <p:cNvPr id="164" name="Right Bracket 163">
            <a:extLst>
              <a:ext uri="{FF2B5EF4-FFF2-40B4-BE49-F238E27FC236}">
                <a16:creationId xmlns:a16="http://schemas.microsoft.com/office/drawing/2014/main" id="{BD449FFA-375E-41B6-B137-8D84E8C7269D}"/>
              </a:ext>
            </a:extLst>
          </p:cNvPr>
          <p:cNvSpPr/>
          <p:nvPr/>
        </p:nvSpPr>
        <p:spPr>
          <a:xfrm rot="16200000">
            <a:off x="4758067" y="81671"/>
            <a:ext cx="36001" cy="359999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798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DD4B668C-1DBD-40E8-9930-F71DF241E1A5}"/>
              </a:ext>
            </a:extLst>
          </p:cNvPr>
          <p:cNvSpPr txBox="1"/>
          <p:nvPr/>
        </p:nvSpPr>
        <p:spPr>
          <a:xfrm>
            <a:off x="4431796" y="23689"/>
            <a:ext cx="773766" cy="215765"/>
          </a:xfrm>
          <a:prstGeom prst="rect">
            <a:avLst/>
          </a:prstGeom>
          <a:noFill/>
        </p:spPr>
        <p:txBody>
          <a:bodyPr wrap="square" lIns="36001" rtlCol="0" anchor="ctr">
            <a:spAutoFit/>
          </a:bodyPr>
          <a:lstStyle/>
          <a:p>
            <a:r>
              <a:rPr lang="de-CH" sz="802" dirty="0" err="1">
                <a:latin typeface="Arial" panose="020B0604020202020204" pitchFamily="34" charset="0"/>
                <a:cs typeface="Arial" panose="020B0604020202020204" pitchFamily="34" charset="0"/>
              </a:rPr>
              <a:t>merging</a:t>
            </a:r>
            <a:r>
              <a:rPr lang="de-CH" sz="80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802" dirty="0" err="1"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de-CH" sz="80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511D1B6C-8DBD-4880-A184-3417A3233DF0}"/>
              </a:ext>
            </a:extLst>
          </p:cNvPr>
          <p:cNvGrpSpPr/>
          <p:nvPr/>
        </p:nvGrpSpPr>
        <p:grpSpPr>
          <a:xfrm rot="10800000">
            <a:off x="2546105" y="324148"/>
            <a:ext cx="97131" cy="130593"/>
            <a:chOff x="1673313" y="1253157"/>
            <a:chExt cx="97129" cy="130593"/>
          </a:xfrm>
        </p:grpSpPr>
        <p:sp>
          <p:nvSpPr>
            <p:cNvPr id="170" name="Arrow: Up 169">
              <a:extLst>
                <a:ext uri="{FF2B5EF4-FFF2-40B4-BE49-F238E27FC236}">
                  <a16:creationId xmlns:a16="http://schemas.microsoft.com/office/drawing/2014/main" id="{4E7B2645-E564-4BFC-9183-4B80917D999B}"/>
                </a:ext>
              </a:extLst>
            </p:cNvPr>
            <p:cNvSpPr/>
            <p:nvPr/>
          </p:nvSpPr>
          <p:spPr>
            <a:xfrm rot="16200000" flipH="1">
              <a:off x="1706264" y="1220206"/>
              <a:ext cx="31227" cy="97129"/>
            </a:xfrm>
            <a:prstGeom prst="upArrow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802"/>
            </a:p>
          </p:txBody>
        </p:sp>
        <p:sp>
          <p:nvSpPr>
            <p:cNvPr id="171" name="Arrow: Up 170">
              <a:extLst>
                <a:ext uri="{FF2B5EF4-FFF2-40B4-BE49-F238E27FC236}">
                  <a16:creationId xmlns:a16="http://schemas.microsoft.com/office/drawing/2014/main" id="{F9D6075D-EDA2-44C6-BFEC-036071D7D1D0}"/>
                </a:ext>
              </a:extLst>
            </p:cNvPr>
            <p:cNvSpPr/>
            <p:nvPr/>
          </p:nvSpPr>
          <p:spPr>
            <a:xfrm rot="16200000" flipH="1">
              <a:off x="1706264" y="1319572"/>
              <a:ext cx="31227" cy="97129"/>
            </a:xfrm>
            <a:prstGeom prst="upArrow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802"/>
            </a:p>
          </p:txBody>
        </p:sp>
      </p:grpSp>
      <p:sp>
        <p:nvSpPr>
          <p:cNvPr id="172" name="Arrow: Up 171">
            <a:extLst>
              <a:ext uri="{FF2B5EF4-FFF2-40B4-BE49-F238E27FC236}">
                <a16:creationId xmlns:a16="http://schemas.microsoft.com/office/drawing/2014/main" id="{7F05825F-4B2E-4591-889F-DA01E6E62F2C}"/>
              </a:ext>
            </a:extLst>
          </p:cNvPr>
          <p:cNvSpPr/>
          <p:nvPr/>
        </p:nvSpPr>
        <p:spPr>
          <a:xfrm rot="3568266" flipH="1">
            <a:off x="2277669" y="656081"/>
            <a:ext cx="31226" cy="97131"/>
          </a:xfrm>
          <a:prstGeom prst="upArrow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802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7BB20103-69EA-4E1A-A00A-D6B957F80181}"/>
                  </a:ext>
                </a:extLst>
              </p:cNvPr>
              <p:cNvSpPr txBox="1"/>
              <p:nvPr/>
            </p:nvSpPr>
            <p:spPr>
              <a:xfrm>
                <a:off x="2201405" y="704279"/>
                <a:ext cx="175817" cy="215765"/>
              </a:xfrm>
              <a:prstGeom prst="rect">
                <a:avLst/>
              </a:prstGeom>
              <a:noFill/>
            </p:spPr>
            <p:txBody>
              <a:bodyPr wrap="square" lIns="36001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802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CH" sz="802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𝑜</m:t>
                          </m:r>
                        </m:e>
                        <m:sub>
                          <m:r>
                            <a:rPr lang="de-CH" sz="802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sz="802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7BB20103-69EA-4E1A-A00A-D6B957F80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405" y="704279"/>
                <a:ext cx="175817" cy="2157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2234070-0A3B-4A2C-A65C-7F2F00CBB913}"/>
              </a:ext>
            </a:extLst>
          </p:cNvPr>
          <p:cNvCxnSpPr/>
          <p:nvPr/>
        </p:nvCxnSpPr>
        <p:spPr>
          <a:xfrm>
            <a:off x="110397" y="1064838"/>
            <a:ext cx="543417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94B805B5-EB49-4795-BCC7-CE43ABE323E7}"/>
              </a:ext>
            </a:extLst>
          </p:cNvPr>
          <p:cNvSpPr txBox="1"/>
          <p:nvPr/>
        </p:nvSpPr>
        <p:spPr>
          <a:xfrm>
            <a:off x="2590856" y="1003123"/>
            <a:ext cx="473252" cy="123432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square" lIns="35999" tIns="0" rIns="35999" bIns="0" rtlCol="0" anchor="ctr">
            <a:spAutoFit/>
          </a:bodyPr>
          <a:lstStyle/>
          <a:p>
            <a:pPr algn="ctr"/>
            <a:r>
              <a:rPr lang="de-CH" sz="802" dirty="0">
                <a:latin typeface="Arial" panose="020B0604020202020204" pitchFamily="34" charset="0"/>
                <a:cs typeface="Arial" panose="020B0604020202020204" pitchFamily="34" charset="0"/>
              </a:rPr>
              <a:t>4.1 km</a:t>
            </a:r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0B3CA167-C728-44A6-9FEB-5B0A66A78F49}"/>
              </a:ext>
            </a:extLst>
          </p:cNvPr>
          <p:cNvCxnSpPr>
            <a:cxnSpLocks/>
          </p:cNvCxnSpPr>
          <p:nvPr/>
        </p:nvCxnSpPr>
        <p:spPr>
          <a:xfrm>
            <a:off x="1117717" y="1269863"/>
            <a:ext cx="359999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46BC9923-0206-4DC5-AD25-5DEBF31C5C4D}"/>
              </a:ext>
            </a:extLst>
          </p:cNvPr>
          <p:cNvSpPr txBox="1"/>
          <p:nvPr/>
        </p:nvSpPr>
        <p:spPr>
          <a:xfrm>
            <a:off x="1477715" y="1203399"/>
            <a:ext cx="473252" cy="123432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square" lIns="35999" tIns="0" rIns="35999" bIns="0" rtlCol="0" anchor="ctr">
            <a:spAutoFit/>
          </a:bodyPr>
          <a:lstStyle/>
          <a:p>
            <a:pPr algn="ctr"/>
            <a:r>
              <a:rPr lang="de-CH" sz="802" dirty="0">
                <a:latin typeface="Arial" panose="020B0604020202020204" pitchFamily="34" charset="0"/>
                <a:cs typeface="Arial" panose="020B0604020202020204" pitchFamily="34" charset="0"/>
              </a:rPr>
              <a:t>200 m</a:t>
            </a: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9C00B83A-292B-4B6F-BB50-14A8E71D854D}"/>
              </a:ext>
            </a:extLst>
          </p:cNvPr>
          <p:cNvCxnSpPr>
            <a:cxnSpLocks/>
          </p:cNvCxnSpPr>
          <p:nvPr/>
        </p:nvCxnSpPr>
        <p:spPr>
          <a:xfrm flipV="1">
            <a:off x="791247" y="658414"/>
            <a:ext cx="557485" cy="32781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E5C574A1-EFB0-4570-8007-222752CF486D}"/>
              </a:ext>
            </a:extLst>
          </p:cNvPr>
          <p:cNvSpPr txBox="1"/>
          <p:nvPr/>
        </p:nvSpPr>
        <p:spPr>
          <a:xfrm rot="19606582">
            <a:off x="886236" y="754526"/>
            <a:ext cx="374115" cy="123432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square" lIns="35999" tIns="0" rIns="35999" bIns="0" rtlCol="0" anchor="ctr">
            <a:spAutoFit/>
          </a:bodyPr>
          <a:lstStyle/>
          <a:p>
            <a:pPr algn="ctr"/>
            <a:r>
              <a:rPr lang="de-CH" sz="802" dirty="0">
                <a:latin typeface="Arial" panose="020B0604020202020204" pitchFamily="34" charset="0"/>
                <a:cs typeface="Arial" panose="020B0604020202020204" pitchFamily="34" charset="0"/>
              </a:rPr>
              <a:t>200 m</a:t>
            </a:r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9AE50F05-D629-4EAE-950B-4BABE3C45A1C}"/>
              </a:ext>
            </a:extLst>
          </p:cNvPr>
          <p:cNvCxnSpPr>
            <a:cxnSpLocks/>
          </p:cNvCxnSpPr>
          <p:nvPr/>
        </p:nvCxnSpPr>
        <p:spPr>
          <a:xfrm>
            <a:off x="4498028" y="1212992"/>
            <a:ext cx="50400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60594745-7733-4374-B252-E1336C210401}"/>
              </a:ext>
            </a:extLst>
          </p:cNvPr>
          <p:cNvSpPr txBox="1"/>
          <p:nvPr/>
        </p:nvSpPr>
        <p:spPr>
          <a:xfrm>
            <a:off x="5010940" y="1141779"/>
            <a:ext cx="473252" cy="123432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square" lIns="35999" tIns="0" rIns="35999" bIns="0" rtlCol="0" anchor="ctr">
            <a:spAutoFit/>
          </a:bodyPr>
          <a:lstStyle/>
          <a:p>
            <a:pPr algn="ctr"/>
            <a:r>
              <a:rPr lang="de-CH" sz="802" dirty="0">
                <a:latin typeface="Arial" panose="020B0604020202020204" pitchFamily="34" charset="0"/>
                <a:cs typeface="Arial" panose="020B0604020202020204" pitchFamily="34" charset="0"/>
              </a:rPr>
              <a:t>300 m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9AA27F9-E286-4F66-B6FC-9D7B422C04EE}"/>
              </a:ext>
            </a:extLst>
          </p:cNvPr>
          <p:cNvCxnSpPr>
            <a:cxnSpLocks/>
          </p:cNvCxnSpPr>
          <p:nvPr/>
        </p:nvCxnSpPr>
        <p:spPr>
          <a:xfrm flipV="1">
            <a:off x="4088108" y="601625"/>
            <a:ext cx="468847" cy="26926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Arrow: Up 62">
            <a:extLst>
              <a:ext uri="{FF2B5EF4-FFF2-40B4-BE49-F238E27FC236}">
                <a16:creationId xmlns:a16="http://schemas.microsoft.com/office/drawing/2014/main" id="{5404CCE9-CD87-441C-8FC0-B46CC0EAB5AD}"/>
              </a:ext>
            </a:extLst>
          </p:cNvPr>
          <p:cNvSpPr/>
          <p:nvPr/>
        </p:nvSpPr>
        <p:spPr>
          <a:xfrm rot="3574632" flipH="1">
            <a:off x="4190830" y="718002"/>
            <a:ext cx="31226" cy="97131"/>
          </a:xfrm>
          <a:prstGeom prst="upArrow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802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BD2E1C4-8845-476F-B386-DFF9D3AF357C}"/>
              </a:ext>
            </a:extLst>
          </p:cNvPr>
          <p:cNvCxnSpPr>
            <a:cxnSpLocks/>
          </p:cNvCxnSpPr>
          <p:nvPr/>
        </p:nvCxnSpPr>
        <p:spPr>
          <a:xfrm>
            <a:off x="4556955" y="602417"/>
            <a:ext cx="3586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B74299E-4D02-49B4-AA06-76A41618AF00}"/>
              </a:ext>
            </a:extLst>
          </p:cNvPr>
          <p:cNvCxnSpPr>
            <a:cxnSpLocks/>
          </p:cNvCxnSpPr>
          <p:nvPr/>
        </p:nvCxnSpPr>
        <p:spPr>
          <a:xfrm flipV="1">
            <a:off x="4915595" y="487187"/>
            <a:ext cx="136172" cy="11292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C39D8C0-F2B7-4273-9A84-421846821904}"/>
              </a:ext>
            </a:extLst>
          </p:cNvPr>
          <p:cNvCxnSpPr>
            <a:cxnSpLocks/>
          </p:cNvCxnSpPr>
          <p:nvPr/>
        </p:nvCxnSpPr>
        <p:spPr>
          <a:xfrm flipV="1">
            <a:off x="4516875" y="546813"/>
            <a:ext cx="451328" cy="5135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657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Riehl  Kevin</dc:creator>
  <cp:lastModifiedBy>Riehl  Kevin</cp:lastModifiedBy>
  <cp:revision>131</cp:revision>
  <dcterms:created xsi:type="dcterms:W3CDTF">2025-02-25T09:15:54Z</dcterms:created>
  <dcterms:modified xsi:type="dcterms:W3CDTF">2026-02-17T08:31:06Z</dcterms:modified>
</cp:coreProperties>
</file>