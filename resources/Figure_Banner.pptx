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8999538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5700" y="-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647957"/>
            <a:ext cx="6749654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2079510"/>
            <a:ext cx="6749654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8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987058"/>
            <a:ext cx="7762102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649565"/>
            <a:ext cx="7762102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4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053960"/>
            <a:ext cx="3824804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053960"/>
            <a:ext cx="3824804" cy="25120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90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210792"/>
            <a:ext cx="7762102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970560"/>
            <a:ext cx="380722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446217"/>
            <a:ext cx="3807226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970560"/>
            <a:ext cx="382597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446217"/>
            <a:ext cx="3825976" cy="212716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72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46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65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63948"/>
            <a:ext cx="290258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70055"/>
            <a:ext cx="4556016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187768"/>
            <a:ext cx="290258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1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63948"/>
            <a:ext cx="2902585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70055"/>
            <a:ext cx="4556016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187768"/>
            <a:ext cx="2902585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72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47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210792"/>
            <a:ext cx="1940525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210792"/>
            <a:ext cx="5709082" cy="335526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81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210792"/>
            <a:ext cx="7762102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053960"/>
            <a:ext cx="7762102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669615"/>
            <a:ext cx="202489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2174-EBDB-4713-8469-16DBD48100C7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669615"/>
            <a:ext cx="3037344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669615"/>
            <a:ext cx="2024896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58701-466A-4AF5-8D5A-996C53096D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63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B08768-8199-49A9-92DC-625711C1AB00}"/>
              </a:ext>
            </a:extLst>
          </p:cNvPr>
          <p:cNvSpPr/>
          <p:nvPr/>
        </p:nvSpPr>
        <p:spPr>
          <a:xfrm>
            <a:off x="3515780" y="1131898"/>
            <a:ext cx="1584000" cy="1584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EA3F7AC-0DDE-4832-BF2C-AE6CB813E1AD}"/>
              </a:ext>
            </a:extLst>
          </p:cNvPr>
          <p:cNvSpPr/>
          <p:nvPr/>
        </p:nvSpPr>
        <p:spPr>
          <a:xfrm>
            <a:off x="3836579" y="1398146"/>
            <a:ext cx="180000" cy="180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8A4C6-51DC-4888-AE06-9AD82FE519F4}"/>
              </a:ext>
            </a:extLst>
          </p:cNvPr>
          <p:cNvSpPr/>
          <p:nvPr/>
        </p:nvSpPr>
        <p:spPr>
          <a:xfrm>
            <a:off x="4215981" y="1341777"/>
            <a:ext cx="180000" cy="301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85666-A349-4545-8BD7-52DA687834C9}"/>
              </a:ext>
            </a:extLst>
          </p:cNvPr>
          <p:cNvSpPr/>
          <p:nvPr/>
        </p:nvSpPr>
        <p:spPr>
          <a:xfrm>
            <a:off x="4595383" y="1341777"/>
            <a:ext cx="180000" cy="301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E3B72F-F285-487A-AA1F-D4037D2A846E}"/>
              </a:ext>
            </a:extLst>
          </p:cNvPr>
          <p:cNvSpPr/>
          <p:nvPr/>
        </p:nvSpPr>
        <p:spPr>
          <a:xfrm>
            <a:off x="4215981" y="2227603"/>
            <a:ext cx="180000" cy="301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9CE3C6-4B8D-49CA-9A3B-7C366484B148}"/>
              </a:ext>
            </a:extLst>
          </p:cNvPr>
          <p:cNvCxnSpPr>
            <a:endCxn id="2" idx="2"/>
          </p:cNvCxnSpPr>
          <p:nvPr/>
        </p:nvCxnSpPr>
        <p:spPr>
          <a:xfrm>
            <a:off x="3621088" y="1488146"/>
            <a:ext cx="2154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E022A1-FE47-4A92-B73D-54CCFB15AC20}"/>
              </a:ext>
            </a:extLst>
          </p:cNvPr>
          <p:cNvCxnSpPr>
            <a:cxnSpLocks/>
            <a:stCxn id="2" idx="6"/>
            <a:endCxn id="3" idx="1"/>
          </p:cNvCxnSpPr>
          <p:nvPr/>
        </p:nvCxnSpPr>
        <p:spPr>
          <a:xfrm>
            <a:off x="4016579" y="1488146"/>
            <a:ext cx="199402" cy="4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85428F-A79E-4DB2-8552-886ECF7C74DD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>
            <a:off x="4395981" y="1492420"/>
            <a:ext cx="1994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2A4104-79A2-4108-8CCC-F12DE8F5FFA6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775383" y="1492420"/>
            <a:ext cx="1918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688505C-41FE-4421-B3C0-29BE0C3C0A90}"/>
              </a:ext>
            </a:extLst>
          </p:cNvPr>
          <p:cNvCxnSpPr>
            <a:stCxn id="17" idx="1"/>
            <a:endCxn id="2" idx="4"/>
          </p:cNvCxnSpPr>
          <p:nvPr/>
        </p:nvCxnSpPr>
        <p:spPr>
          <a:xfrm rot="10800000">
            <a:off x="3926579" y="1578146"/>
            <a:ext cx="289402" cy="80010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3638F78-AEB9-4FA1-85A1-47652B57B4A8}"/>
              </a:ext>
            </a:extLst>
          </p:cNvPr>
          <p:cNvCxnSpPr>
            <a:cxnSpLocks/>
            <a:stCxn id="15" idx="3"/>
            <a:endCxn id="17" idx="3"/>
          </p:cNvCxnSpPr>
          <p:nvPr/>
        </p:nvCxnSpPr>
        <p:spPr>
          <a:xfrm flipH="1">
            <a:off x="4395981" y="1492420"/>
            <a:ext cx="379402" cy="885826"/>
          </a:xfrm>
          <a:prstGeom prst="bentConnector3">
            <a:avLst>
              <a:gd name="adj1" fmla="val -20503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CC151BC-C9A5-4160-8136-8F93313ACADF}"/>
              </a:ext>
            </a:extLst>
          </p:cNvPr>
          <p:cNvSpPr/>
          <p:nvPr/>
        </p:nvSpPr>
        <p:spPr>
          <a:xfrm>
            <a:off x="4099164" y="1605314"/>
            <a:ext cx="607859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500" b="1" cap="none" spc="0" dirty="0">
                <a:ln w="10160">
                  <a:noFill/>
                  <a:prstDash val="solid"/>
                </a:ln>
                <a:latin typeface="Consolas" panose="020B0609020204030204" pitchFamily="49" charset="0"/>
              </a:rPr>
              <a:t>sumo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6CBFF3-B896-425F-9E98-A0879BB62F89}"/>
              </a:ext>
            </a:extLst>
          </p:cNvPr>
          <p:cNvSpPr/>
          <p:nvPr/>
        </p:nvSpPr>
        <p:spPr>
          <a:xfrm>
            <a:off x="4120806" y="1760816"/>
            <a:ext cx="5645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10160">
                  <a:solidFill>
                    <a:schemeClr val="tx1"/>
                  </a:solidFill>
                  <a:prstDash val="solid"/>
                </a:ln>
                <a:noFill/>
                <a:latin typeface="Consolas" panose="020B0609020204030204" pitchFamily="49" charset="0"/>
              </a:rPr>
              <a:t>ITS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2E7664-454A-4275-88EB-C0F26599A101}"/>
              </a:ext>
            </a:extLst>
          </p:cNvPr>
          <p:cNvSpPr/>
          <p:nvPr/>
        </p:nvSpPr>
        <p:spPr>
          <a:xfrm>
            <a:off x="3946052" y="1946896"/>
            <a:ext cx="925253" cy="3231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500" b="1" cap="none" spc="0" dirty="0">
                <a:ln w="10160">
                  <a:noFill/>
                  <a:prstDash val="solid"/>
                </a:ln>
                <a:latin typeface="Consolas" panose="020B0609020204030204" pitchFamily="49" charset="0"/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398903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11</cp:revision>
  <dcterms:created xsi:type="dcterms:W3CDTF">2026-01-21T20:25:26Z</dcterms:created>
  <dcterms:modified xsi:type="dcterms:W3CDTF">2026-02-19T08:34:02Z</dcterms:modified>
</cp:coreProperties>
</file>