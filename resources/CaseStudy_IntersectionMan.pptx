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9" r:id="rId2"/>
  </p:sldIdLst>
  <p:sldSz cx="5759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03" autoAdjust="0"/>
    <p:restoredTop sz="94660"/>
  </p:normalViewPr>
  <p:slideViewPr>
    <p:cSldViewPr snapToGrid="0">
      <p:cViewPr>
        <p:scale>
          <a:sx n="200" d="100"/>
          <a:sy n="200" d="100"/>
        </p:scale>
        <p:origin x="2648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931" y="589241"/>
            <a:ext cx="4319588" cy="1253490"/>
          </a:xfrm>
        </p:spPr>
        <p:txBody>
          <a:bodyPr anchor="b"/>
          <a:lstStyle>
            <a:lvl1pPr algn="ctr">
              <a:defRPr sz="28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1891070"/>
            <a:ext cx="4319588" cy="869275"/>
          </a:xfrm>
        </p:spPr>
        <p:txBody>
          <a:bodyPr/>
          <a:lstStyle>
            <a:lvl1pPr marL="0" indent="0" algn="ctr">
              <a:buNone/>
              <a:defRPr sz="1134"/>
            </a:lvl1pPr>
            <a:lvl2pPr marL="215981" indent="0" algn="ctr">
              <a:buNone/>
              <a:defRPr sz="945"/>
            </a:lvl2pPr>
            <a:lvl3pPr marL="431963" indent="0" algn="ctr">
              <a:buNone/>
              <a:defRPr sz="850"/>
            </a:lvl3pPr>
            <a:lvl4pPr marL="647944" indent="0" algn="ctr">
              <a:buNone/>
              <a:defRPr sz="756"/>
            </a:lvl4pPr>
            <a:lvl5pPr marL="863925" indent="0" algn="ctr">
              <a:buNone/>
              <a:defRPr sz="756"/>
            </a:lvl5pPr>
            <a:lvl6pPr marL="1079906" indent="0" algn="ctr">
              <a:buNone/>
              <a:defRPr sz="756"/>
            </a:lvl6pPr>
            <a:lvl7pPr marL="1295888" indent="0" algn="ctr">
              <a:buNone/>
              <a:defRPr sz="756"/>
            </a:lvl7pPr>
            <a:lvl8pPr marL="1511869" indent="0" algn="ctr">
              <a:buNone/>
              <a:defRPr sz="756"/>
            </a:lvl8pPr>
            <a:lvl9pPr marL="1727850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7065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4339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2" y="897613"/>
            <a:ext cx="4967526" cy="1497687"/>
          </a:xfrm>
        </p:spPr>
        <p:txBody>
          <a:bodyPr anchor="b"/>
          <a:lstStyle>
            <a:lvl1pPr>
              <a:defRPr sz="283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2" y="2409468"/>
            <a:ext cx="4967526" cy="787598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1pPr>
            <a:lvl2pPr marL="2159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1963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3pPr>
            <a:lvl4pPr marL="647944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392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7990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588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186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785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3633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958453"/>
            <a:ext cx="2447766" cy="22844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958453"/>
            <a:ext cx="2447766" cy="22844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052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191691"/>
            <a:ext cx="4967526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882610"/>
            <a:ext cx="2436517" cy="432554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1315164"/>
            <a:ext cx="2436517" cy="19344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882610"/>
            <a:ext cx="2448516" cy="432554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1315164"/>
            <a:ext cx="2448516" cy="193440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1596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1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508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240030"/>
            <a:ext cx="1857572" cy="840105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518398"/>
            <a:ext cx="2915722" cy="255865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1080135"/>
            <a:ext cx="1857572" cy="2001084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82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240030"/>
            <a:ext cx="1857572" cy="840105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518398"/>
            <a:ext cx="2915722" cy="255865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5981" indent="0">
              <a:buNone/>
              <a:defRPr sz="1323"/>
            </a:lvl2pPr>
            <a:lvl3pPr marL="431963" indent="0">
              <a:buNone/>
              <a:defRPr sz="1134"/>
            </a:lvl3pPr>
            <a:lvl4pPr marL="647944" indent="0">
              <a:buNone/>
              <a:defRPr sz="945"/>
            </a:lvl4pPr>
            <a:lvl5pPr marL="863925" indent="0">
              <a:buNone/>
              <a:defRPr sz="945"/>
            </a:lvl5pPr>
            <a:lvl6pPr marL="1079906" indent="0">
              <a:buNone/>
              <a:defRPr sz="945"/>
            </a:lvl6pPr>
            <a:lvl7pPr marL="1295888" indent="0">
              <a:buNone/>
              <a:defRPr sz="945"/>
            </a:lvl7pPr>
            <a:lvl8pPr marL="1511869" indent="0">
              <a:buNone/>
              <a:defRPr sz="945"/>
            </a:lvl8pPr>
            <a:lvl9pPr marL="1727850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1080135"/>
            <a:ext cx="1857572" cy="2001084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93265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840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191691"/>
            <a:ext cx="1241881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2" y="191691"/>
            <a:ext cx="3653651" cy="305121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673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191691"/>
            <a:ext cx="4967526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958453"/>
            <a:ext cx="4967526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3337084"/>
            <a:ext cx="129587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A10CE-9839-46D8-8F63-68C7C68C02D1}" type="datetimeFigureOut">
              <a:rPr lang="de-CH" smtClean="0"/>
              <a:t>17.02.2026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3337084"/>
            <a:ext cx="194381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3337084"/>
            <a:ext cx="129587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2944F-B0A8-4B9A-9E6B-2DAEA5F526B3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900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431963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991" indent="-107991" algn="l" defTabSz="431963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5934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971916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187897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403878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60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41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1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31963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47944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863925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06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295888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511869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5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89">
            <a:extLst>
              <a:ext uri="{FF2B5EF4-FFF2-40B4-BE49-F238E27FC236}">
                <a16:creationId xmlns:a16="http://schemas.microsoft.com/office/drawing/2014/main" id="{88464ABF-5A3E-40FF-B99D-95E4B1032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8783" t="-83487" r="10927"/>
          <a:stretch>
            <a:fillRect/>
          </a:stretch>
        </p:blipFill>
        <p:spPr>
          <a:xfrm rot="1671265">
            <a:off x="56119" y="-1647760"/>
            <a:ext cx="5647217" cy="4643875"/>
          </a:xfrm>
          <a:custGeom>
            <a:avLst/>
            <a:gdLst>
              <a:gd name="connsiteX0" fmla="*/ 1174278 w 5647217"/>
              <a:gd name="connsiteY0" fmla="*/ 4009722 h 4643875"/>
              <a:gd name="connsiteX1" fmla="*/ 4763507 w 5647217"/>
              <a:gd name="connsiteY1" fmla="*/ 2112977 h 4643875"/>
              <a:gd name="connsiteX2" fmla="*/ 5647217 w 5647217"/>
              <a:gd name="connsiteY2" fmla="*/ 2112977 h 4643875"/>
              <a:gd name="connsiteX3" fmla="*/ 5443379 w 5647217"/>
              <a:gd name="connsiteY3" fmla="*/ 3167222 h 4643875"/>
              <a:gd name="connsiteX4" fmla="*/ 2649094 w 5647217"/>
              <a:gd name="connsiteY4" fmla="*/ 4643875 h 4643875"/>
              <a:gd name="connsiteX5" fmla="*/ 1509399 w 5647217"/>
              <a:gd name="connsiteY5" fmla="*/ 4643875 h 4643875"/>
              <a:gd name="connsiteX6" fmla="*/ 0 w 5647217"/>
              <a:gd name="connsiteY6" fmla="*/ 2524551 h 4643875"/>
              <a:gd name="connsiteX7" fmla="*/ 4777236 w 5647217"/>
              <a:gd name="connsiteY7" fmla="*/ 0 h 4643875"/>
              <a:gd name="connsiteX8" fmla="*/ 5526510 w 5647217"/>
              <a:gd name="connsiteY8" fmla="*/ 1417858 h 4643875"/>
              <a:gd name="connsiteX9" fmla="*/ 4211129 w 5647217"/>
              <a:gd name="connsiteY9" fmla="*/ 2112977 h 4643875"/>
              <a:gd name="connsiteX10" fmla="*/ 983455 w 5647217"/>
              <a:gd name="connsiteY10" fmla="*/ 2112977 h 4643875"/>
              <a:gd name="connsiteX11" fmla="*/ 983455 w 5647217"/>
              <a:gd name="connsiteY11" fmla="*/ 3648624 h 4643875"/>
              <a:gd name="connsiteX12" fmla="*/ 858585 w 5647217"/>
              <a:gd name="connsiteY12" fmla="*/ 3412331 h 4643875"/>
              <a:gd name="connsiteX13" fmla="*/ 554165 w 5647217"/>
              <a:gd name="connsiteY13" fmla="*/ 3573202 h 464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647217" h="4643875">
                <a:moveTo>
                  <a:pt x="1174278" y="4009722"/>
                </a:moveTo>
                <a:lnTo>
                  <a:pt x="4763507" y="2112977"/>
                </a:lnTo>
                <a:lnTo>
                  <a:pt x="5647217" y="2112977"/>
                </a:lnTo>
                <a:lnTo>
                  <a:pt x="5443379" y="3167222"/>
                </a:lnTo>
                <a:lnTo>
                  <a:pt x="2649094" y="4643875"/>
                </a:lnTo>
                <a:lnTo>
                  <a:pt x="1509399" y="4643875"/>
                </a:lnTo>
                <a:close/>
                <a:moveTo>
                  <a:pt x="0" y="2524551"/>
                </a:moveTo>
                <a:lnTo>
                  <a:pt x="4777236" y="0"/>
                </a:lnTo>
                <a:lnTo>
                  <a:pt x="5526510" y="1417858"/>
                </a:lnTo>
                <a:lnTo>
                  <a:pt x="4211129" y="2112977"/>
                </a:lnTo>
                <a:lnTo>
                  <a:pt x="983455" y="2112977"/>
                </a:lnTo>
                <a:lnTo>
                  <a:pt x="983455" y="3648624"/>
                </a:lnTo>
                <a:lnTo>
                  <a:pt x="858585" y="3412331"/>
                </a:lnTo>
                <a:lnTo>
                  <a:pt x="554165" y="3573202"/>
                </a:lnTo>
                <a:close/>
              </a:path>
            </a:pathLst>
          </a:cu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ED4E274-4223-47F1-9D5B-62D6560A5771}"/>
              </a:ext>
            </a:extLst>
          </p:cNvPr>
          <p:cNvSpPr/>
          <p:nvPr/>
        </p:nvSpPr>
        <p:spPr>
          <a:xfrm rot="450073">
            <a:off x="1233094" y="1990739"/>
            <a:ext cx="396000" cy="39600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F31AEC1B-692B-4252-825C-F1E9D888CF4D}"/>
              </a:ext>
            </a:extLst>
          </p:cNvPr>
          <p:cNvSpPr/>
          <p:nvPr/>
        </p:nvSpPr>
        <p:spPr>
          <a:xfrm>
            <a:off x="1671229" y="2025086"/>
            <a:ext cx="270474" cy="270474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6AA391E4-BF47-47CB-BF71-03968E78BAAC}"/>
              </a:ext>
            </a:extLst>
          </p:cNvPr>
          <p:cNvSpPr/>
          <p:nvPr/>
        </p:nvSpPr>
        <p:spPr>
          <a:xfrm rot="880251">
            <a:off x="4228384" y="1713440"/>
            <a:ext cx="396000" cy="39600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DF2E4CA4-890F-4251-9D03-8248DE34D7B6}"/>
              </a:ext>
            </a:extLst>
          </p:cNvPr>
          <p:cNvSpPr/>
          <p:nvPr/>
        </p:nvSpPr>
        <p:spPr>
          <a:xfrm rot="20346353">
            <a:off x="2105513" y="1925141"/>
            <a:ext cx="270474" cy="270474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0348D5B5-8755-4525-8515-4711B2AB58CC}"/>
              </a:ext>
            </a:extLst>
          </p:cNvPr>
          <p:cNvSpPr/>
          <p:nvPr/>
        </p:nvSpPr>
        <p:spPr>
          <a:xfrm>
            <a:off x="2732664" y="1851592"/>
            <a:ext cx="270474" cy="270474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1C5BA4D7-DB73-40E6-A869-A007E6800973}"/>
              </a:ext>
            </a:extLst>
          </p:cNvPr>
          <p:cNvSpPr/>
          <p:nvPr/>
        </p:nvSpPr>
        <p:spPr>
          <a:xfrm rot="20799826">
            <a:off x="3409712" y="1899374"/>
            <a:ext cx="270474" cy="270474"/>
          </a:xfrm>
          <a:prstGeom prst="ellipse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3F3B6576-2212-4D49-9615-4C72D3755183}"/>
              </a:ext>
            </a:extLst>
          </p:cNvPr>
          <p:cNvSpPr/>
          <p:nvPr/>
        </p:nvSpPr>
        <p:spPr>
          <a:xfrm rot="667046">
            <a:off x="3848999" y="1926761"/>
            <a:ext cx="270474" cy="270474"/>
          </a:xfrm>
          <a:prstGeom prst="ellipse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582AFF-4C56-4A93-8CD7-74E40865B247}"/>
              </a:ext>
            </a:extLst>
          </p:cNvPr>
          <p:cNvGrpSpPr/>
          <p:nvPr/>
        </p:nvGrpSpPr>
        <p:grpSpPr>
          <a:xfrm>
            <a:off x="56323" y="1703730"/>
            <a:ext cx="886215" cy="874471"/>
            <a:chOff x="217790" y="624729"/>
            <a:chExt cx="886215" cy="874471"/>
          </a:xfrm>
        </p:grpSpPr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84D6D55B-691E-40F4-B7CB-0A5EEE705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</a:blip>
            <a:srcRect l="18018" r="16544" b="6773"/>
            <a:stretch>
              <a:fillRect/>
            </a:stretch>
          </p:blipFill>
          <p:spPr>
            <a:xfrm rot="2204313">
              <a:off x="217790" y="643777"/>
              <a:ext cx="886215" cy="855423"/>
            </a:xfrm>
            <a:custGeom>
              <a:avLst/>
              <a:gdLst>
                <a:gd name="connsiteX0" fmla="*/ 215468 w 1072321"/>
                <a:gd name="connsiteY0" fmla="*/ 69262 h 1035061"/>
                <a:gd name="connsiteX1" fmla="*/ 308571 w 1072321"/>
                <a:gd name="connsiteY1" fmla="*/ 13360 h 1035061"/>
                <a:gd name="connsiteX2" fmla="*/ 346313 w 1072321"/>
                <a:gd name="connsiteY2" fmla="*/ 0 h 1035061"/>
                <a:gd name="connsiteX3" fmla="*/ 728807 w 1072321"/>
                <a:gd name="connsiteY3" fmla="*/ 0 h 1035061"/>
                <a:gd name="connsiteX4" fmla="*/ 807209 w 1072321"/>
                <a:gd name="connsiteY4" fmla="*/ 36175 h 1035061"/>
                <a:gd name="connsiteX5" fmla="*/ 965800 w 1072321"/>
                <a:gd name="connsiteY5" fmla="*/ 178208 h 1035061"/>
                <a:gd name="connsiteX6" fmla="*/ 856854 w 1072321"/>
                <a:gd name="connsiteY6" fmla="*/ 928540 h 1035061"/>
                <a:gd name="connsiteX7" fmla="*/ 106522 w 1072321"/>
                <a:gd name="connsiteY7" fmla="*/ 819594 h 1035061"/>
                <a:gd name="connsiteX8" fmla="*/ 215468 w 1072321"/>
                <a:gd name="connsiteY8" fmla="*/ 69262 h 1035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2321" h="1035061">
                  <a:moveTo>
                    <a:pt x="215468" y="69262"/>
                  </a:moveTo>
                  <a:cubicBezTo>
                    <a:pt x="245129" y="47123"/>
                    <a:pt x="276330" y="28513"/>
                    <a:pt x="308571" y="13360"/>
                  </a:cubicBezTo>
                  <a:lnTo>
                    <a:pt x="346313" y="0"/>
                  </a:lnTo>
                  <a:lnTo>
                    <a:pt x="728807" y="0"/>
                  </a:lnTo>
                  <a:lnTo>
                    <a:pt x="807209" y="36175"/>
                  </a:lnTo>
                  <a:cubicBezTo>
                    <a:pt x="867317" y="71348"/>
                    <a:pt x="921522" y="118888"/>
                    <a:pt x="965800" y="178208"/>
                  </a:cubicBezTo>
                  <a:cubicBezTo>
                    <a:pt x="1142913" y="415491"/>
                    <a:pt x="1094136" y="751426"/>
                    <a:pt x="856854" y="928540"/>
                  </a:cubicBezTo>
                  <a:cubicBezTo>
                    <a:pt x="619571" y="1105653"/>
                    <a:pt x="283636" y="1056876"/>
                    <a:pt x="106522" y="819594"/>
                  </a:cubicBezTo>
                  <a:cubicBezTo>
                    <a:pt x="-70591" y="582311"/>
                    <a:pt x="-21814" y="246376"/>
                    <a:pt x="215468" y="69262"/>
                  </a:cubicBezTo>
                  <a:close/>
                </a:path>
              </a:pathLst>
            </a:custGeom>
          </p:spPr>
        </p:pic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7CC2A43C-25BC-417D-828D-0D8BE316E4B9}"/>
                </a:ext>
              </a:extLst>
            </p:cNvPr>
            <p:cNvSpPr/>
            <p:nvPr/>
          </p:nvSpPr>
          <p:spPr>
            <a:xfrm>
              <a:off x="235027" y="624729"/>
              <a:ext cx="867600" cy="867600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C12BC1-93ED-44C1-8972-BE53CEF98080}"/>
              </a:ext>
            </a:extLst>
          </p:cNvPr>
          <p:cNvGrpSpPr/>
          <p:nvPr/>
        </p:nvGrpSpPr>
        <p:grpSpPr>
          <a:xfrm>
            <a:off x="343086" y="2703681"/>
            <a:ext cx="890008" cy="873212"/>
            <a:chOff x="576060" y="1591821"/>
            <a:chExt cx="890008" cy="873212"/>
          </a:xfrm>
        </p:grpSpPr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83C3F3FD-EBE2-4342-9B29-71FCF1928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</a:blip>
            <a:srcRect l="14188" r="11074" b="8228"/>
            <a:stretch>
              <a:fillRect/>
            </a:stretch>
          </p:blipFill>
          <p:spPr>
            <a:xfrm rot="2389178">
              <a:off x="576060" y="1622963"/>
              <a:ext cx="886184" cy="842070"/>
            </a:xfrm>
            <a:custGeom>
              <a:avLst/>
              <a:gdLst>
                <a:gd name="connsiteX0" fmla="*/ 192820 w 1072282"/>
                <a:gd name="connsiteY0" fmla="*/ 70983 h 1018905"/>
                <a:gd name="connsiteX1" fmla="*/ 282783 w 1072282"/>
                <a:gd name="connsiteY1" fmla="*/ 10158 h 1018905"/>
                <a:gd name="connsiteX2" fmla="*/ 307216 w 1072282"/>
                <a:gd name="connsiteY2" fmla="*/ 0 h 1018905"/>
                <a:gd name="connsiteX3" fmla="*/ 766492 w 1072282"/>
                <a:gd name="connsiteY3" fmla="*/ 0 h 1018905"/>
                <a:gd name="connsiteX4" fmla="*/ 781926 w 1072282"/>
                <a:gd name="connsiteY4" fmla="*/ 6139 h 1018905"/>
                <a:gd name="connsiteX5" fmla="*/ 947922 w 1072282"/>
                <a:gd name="connsiteY5" fmla="*/ 139442 h 1018905"/>
                <a:gd name="connsiteX6" fmla="*/ 879463 w 1072282"/>
                <a:gd name="connsiteY6" fmla="*/ 894545 h 1018905"/>
                <a:gd name="connsiteX7" fmla="*/ 124361 w 1072282"/>
                <a:gd name="connsiteY7" fmla="*/ 826086 h 1018905"/>
                <a:gd name="connsiteX8" fmla="*/ 192820 w 1072282"/>
                <a:gd name="connsiteY8" fmla="*/ 70983 h 101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2282" h="1018905">
                  <a:moveTo>
                    <a:pt x="192820" y="70983"/>
                  </a:moveTo>
                  <a:cubicBezTo>
                    <a:pt x="221247" y="47282"/>
                    <a:pt x="251404" y="27022"/>
                    <a:pt x="282783" y="10158"/>
                  </a:cubicBezTo>
                  <a:lnTo>
                    <a:pt x="307216" y="0"/>
                  </a:lnTo>
                  <a:lnTo>
                    <a:pt x="766492" y="0"/>
                  </a:lnTo>
                  <a:lnTo>
                    <a:pt x="781926" y="6139"/>
                  </a:lnTo>
                  <a:cubicBezTo>
                    <a:pt x="843838" y="38030"/>
                    <a:pt x="900520" y="82587"/>
                    <a:pt x="947922" y="139442"/>
                  </a:cubicBezTo>
                  <a:cubicBezTo>
                    <a:pt x="1137533" y="366862"/>
                    <a:pt x="1106883" y="704933"/>
                    <a:pt x="879463" y="894545"/>
                  </a:cubicBezTo>
                  <a:cubicBezTo>
                    <a:pt x="652043" y="1084156"/>
                    <a:pt x="313972" y="1053506"/>
                    <a:pt x="124361" y="826086"/>
                  </a:cubicBezTo>
                  <a:cubicBezTo>
                    <a:pt x="-65250" y="598666"/>
                    <a:pt x="-34600" y="260594"/>
                    <a:pt x="192820" y="70983"/>
                  </a:cubicBezTo>
                  <a:close/>
                </a:path>
              </a:pathLst>
            </a:custGeom>
          </p:spPr>
        </p:pic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19BD1E3C-EC8D-43F0-8972-7FE7C612CA38}"/>
                </a:ext>
              </a:extLst>
            </p:cNvPr>
            <p:cNvSpPr/>
            <p:nvPr/>
          </p:nvSpPr>
          <p:spPr>
            <a:xfrm>
              <a:off x="598468" y="1591821"/>
              <a:ext cx="867600" cy="867600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0243A7-3EC8-47BF-85F3-C230BFDA2FFC}"/>
              </a:ext>
            </a:extLst>
          </p:cNvPr>
          <p:cNvGrpSpPr/>
          <p:nvPr/>
        </p:nvGrpSpPr>
        <p:grpSpPr>
          <a:xfrm>
            <a:off x="1263976" y="2703684"/>
            <a:ext cx="1114286" cy="1113561"/>
            <a:chOff x="1579039" y="1592713"/>
            <a:chExt cx="1114286" cy="1113561"/>
          </a:xfrm>
        </p:grpSpPr>
        <p:pic>
          <p:nvPicPr>
            <p:cNvPr id="249" name="Picture 248">
              <a:extLst>
                <a:ext uri="{FF2B5EF4-FFF2-40B4-BE49-F238E27FC236}">
                  <a16:creationId xmlns:a16="http://schemas.microsoft.com/office/drawing/2014/main" id="{15864BF5-D00E-4301-A80A-9F4F44A88B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grayscl/>
            </a:blip>
            <a:srcRect l="24826" t="3893"/>
            <a:stretch/>
          </p:blipFill>
          <p:spPr>
            <a:xfrm rot="2395759">
              <a:off x="1579039" y="1639236"/>
              <a:ext cx="1114286" cy="1067038"/>
            </a:xfrm>
            <a:custGeom>
              <a:avLst/>
              <a:gdLst>
                <a:gd name="connsiteX0" fmla="*/ 1348287 w 1348287"/>
                <a:gd name="connsiteY0" fmla="*/ 1235044 h 1291116"/>
                <a:gd name="connsiteX1" fmla="*/ 1348287 w 1348287"/>
                <a:gd name="connsiteY1" fmla="*/ 1291116 h 1291116"/>
                <a:gd name="connsiteX2" fmla="*/ 1297460 w 1348287"/>
                <a:gd name="connsiteY2" fmla="*/ 1291116 h 1291116"/>
                <a:gd name="connsiteX3" fmla="*/ 1305124 w 1348287"/>
                <a:gd name="connsiteY3" fmla="*/ 1284014 h 1291116"/>
                <a:gd name="connsiteX4" fmla="*/ 192032 w 1348287"/>
                <a:gd name="connsiteY4" fmla="*/ 125018 h 1291116"/>
                <a:gd name="connsiteX5" fmla="*/ 947264 w 1348287"/>
                <a:gd name="connsiteY5" fmla="*/ 192032 h 1291116"/>
                <a:gd name="connsiteX6" fmla="*/ 880251 w 1348287"/>
                <a:gd name="connsiteY6" fmla="*/ 947264 h 1291116"/>
                <a:gd name="connsiteX7" fmla="*/ 125018 w 1348287"/>
                <a:gd name="connsiteY7" fmla="*/ 880251 h 1291116"/>
                <a:gd name="connsiteX8" fmla="*/ 192032 w 1348287"/>
                <a:gd name="connsiteY8" fmla="*/ 125018 h 129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8287" h="1291116">
                  <a:moveTo>
                    <a:pt x="1348287" y="1235044"/>
                  </a:moveTo>
                  <a:lnTo>
                    <a:pt x="1348287" y="1291116"/>
                  </a:lnTo>
                  <a:lnTo>
                    <a:pt x="1297460" y="1291116"/>
                  </a:lnTo>
                  <a:lnTo>
                    <a:pt x="1305124" y="1284014"/>
                  </a:lnTo>
                  <a:close/>
                  <a:moveTo>
                    <a:pt x="192032" y="125018"/>
                  </a:moveTo>
                  <a:cubicBezTo>
                    <a:pt x="419088" y="-65028"/>
                    <a:pt x="757218" y="-35025"/>
                    <a:pt x="947264" y="192032"/>
                  </a:cubicBezTo>
                  <a:cubicBezTo>
                    <a:pt x="1137310" y="419088"/>
                    <a:pt x="1107307" y="757218"/>
                    <a:pt x="880251" y="947264"/>
                  </a:cubicBezTo>
                  <a:cubicBezTo>
                    <a:pt x="653194" y="1137310"/>
                    <a:pt x="315065" y="1107307"/>
                    <a:pt x="125018" y="880251"/>
                  </a:cubicBezTo>
                  <a:cubicBezTo>
                    <a:pt x="-65028" y="653194"/>
                    <a:pt x="-35025" y="315065"/>
                    <a:pt x="192032" y="125018"/>
                  </a:cubicBezTo>
                  <a:close/>
                </a:path>
              </a:pathLst>
            </a:custGeom>
          </p:spPr>
        </p:pic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41127E53-8DE2-4A2E-BC01-254FFE513084}"/>
                </a:ext>
              </a:extLst>
            </p:cNvPr>
            <p:cNvSpPr/>
            <p:nvPr/>
          </p:nvSpPr>
          <p:spPr>
            <a:xfrm rot="1294568">
              <a:off x="1672423" y="1592713"/>
              <a:ext cx="867600" cy="867600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A145BE-D4E8-4164-A82E-EAEDA83125CB}"/>
              </a:ext>
            </a:extLst>
          </p:cNvPr>
          <p:cNvGrpSpPr/>
          <p:nvPr/>
        </p:nvGrpSpPr>
        <p:grpSpPr>
          <a:xfrm>
            <a:off x="2349226" y="2703681"/>
            <a:ext cx="886166" cy="886166"/>
            <a:chOff x="2769397" y="1608631"/>
            <a:chExt cx="886166" cy="886166"/>
          </a:xfrm>
        </p:grpSpPr>
        <p:pic>
          <p:nvPicPr>
            <p:cNvPr id="250" name="Picture 249">
              <a:extLst>
                <a:ext uri="{FF2B5EF4-FFF2-40B4-BE49-F238E27FC236}">
                  <a16:creationId xmlns:a16="http://schemas.microsoft.com/office/drawing/2014/main" id="{F4DE5762-4017-4566-9AA4-73FBCFD2C2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grayscl/>
            </a:blip>
            <a:srcRect l="30118" t="29293" r="22846" b="16191"/>
            <a:stretch/>
          </p:blipFill>
          <p:spPr>
            <a:xfrm rot="2558895">
              <a:off x="2769397" y="1608631"/>
              <a:ext cx="886166" cy="886166"/>
            </a:xfrm>
            <a:custGeom>
              <a:avLst/>
              <a:gdLst>
                <a:gd name="connsiteX0" fmla="*/ 172906 w 1072261"/>
                <a:gd name="connsiteY0" fmla="*/ 141795 h 1072261"/>
                <a:gd name="connsiteX1" fmla="*/ 930467 w 1072261"/>
                <a:gd name="connsiteY1" fmla="*/ 172907 h 1072261"/>
                <a:gd name="connsiteX2" fmla="*/ 899355 w 1072261"/>
                <a:gd name="connsiteY2" fmla="*/ 930468 h 1072261"/>
                <a:gd name="connsiteX3" fmla="*/ 141794 w 1072261"/>
                <a:gd name="connsiteY3" fmla="*/ 899356 h 1072261"/>
                <a:gd name="connsiteX4" fmla="*/ 172906 w 1072261"/>
                <a:gd name="connsiteY4" fmla="*/ 141795 h 1072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2261" h="1072261">
                  <a:moveTo>
                    <a:pt x="172906" y="141795"/>
                  </a:moveTo>
                  <a:cubicBezTo>
                    <a:pt x="390692" y="-58808"/>
                    <a:pt x="729864" y="-44879"/>
                    <a:pt x="930467" y="172907"/>
                  </a:cubicBezTo>
                  <a:cubicBezTo>
                    <a:pt x="1131070" y="390693"/>
                    <a:pt x="1117141" y="729865"/>
                    <a:pt x="899355" y="930468"/>
                  </a:cubicBezTo>
                  <a:cubicBezTo>
                    <a:pt x="681569" y="1131071"/>
                    <a:pt x="342397" y="1117141"/>
                    <a:pt x="141794" y="899356"/>
                  </a:cubicBezTo>
                  <a:cubicBezTo>
                    <a:pt x="-58809" y="681570"/>
                    <a:pt x="-44879" y="342398"/>
                    <a:pt x="172906" y="141795"/>
                  </a:cubicBezTo>
                  <a:close/>
                </a:path>
              </a:pathLst>
            </a:custGeom>
          </p:spPr>
        </p:pic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83B0DD07-654F-426A-A597-F525123EA4B3}"/>
                </a:ext>
              </a:extLst>
            </p:cNvPr>
            <p:cNvSpPr/>
            <p:nvPr/>
          </p:nvSpPr>
          <p:spPr>
            <a:xfrm>
              <a:off x="2777817" y="1623644"/>
              <a:ext cx="867600" cy="867600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5774E5-E497-468A-B2D4-FD014608DC08}"/>
              </a:ext>
            </a:extLst>
          </p:cNvPr>
          <p:cNvGrpSpPr/>
          <p:nvPr/>
        </p:nvGrpSpPr>
        <p:grpSpPr>
          <a:xfrm rot="228255">
            <a:off x="3241942" y="2703681"/>
            <a:ext cx="1002805" cy="1196762"/>
            <a:chOff x="3739357" y="1534952"/>
            <a:chExt cx="1002805" cy="1196762"/>
          </a:xfrm>
        </p:grpSpPr>
        <p:pic>
          <p:nvPicPr>
            <p:cNvPr id="251" name="Picture 250">
              <a:extLst>
                <a:ext uri="{FF2B5EF4-FFF2-40B4-BE49-F238E27FC236}">
                  <a16:creationId xmlns:a16="http://schemas.microsoft.com/office/drawing/2014/main" id="{E2140490-772B-42C9-8A19-1F3CC4FEC2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grayscl/>
            </a:blip>
            <a:srcRect l="22081" t="19015" r="24082"/>
            <a:stretch/>
          </p:blipFill>
          <p:spPr>
            <a:xfrm rot="1118948">
              <a:off x="3739357" y="1534952"/>
              <a:ext cx="1002805" cy="1196762"/>
            </a:xfrm>
            <a:custGeom>
              <a:avLst/>
              <a:gdLst>
                <a:gd name="connsiteX0" fmla="*/ 1213393 w 1213393"/>
                <a:gd name="connsiteY0" fmla="*/ 1413720 h 1448082"/>
                <a:gd name="connsiteX1" fmla="*/ 1213393 w 1213393"/>
                <a:gd name="connsiteY1" fmla="*/ 1448082 h 1448082"/>
                <a:gd name="connsiteX2" fmla="*/ 1160620 w 1213393"/>
                <a:gd name="connsiteY2" fmla="*/ 1448082 h 1448082"/>
                <a:gd name="connsiteX3" fmla="*/ 0 w 1213393"/>
                <a:gd name="connsiteY3" fmla="*/ 1425924 h 1448082"/>
                <a:gd name="connsiteX4" fmla="*/ 31161 w 1213393"/>
                <a:gd name="connsiteY4" fmla="*/ 1447390 h 1448082"/>
                <a:gd name="connsiteX5" fmla="*/ 32405 w 1213393"/>
                <a:gd name="connsiteY5" fmla="*/ 1448082 h 1448082"/>
                <a:gd name="connsiteX6" fmla="*/ 0 w 1213393"/>
                <a:gd name="connsiteY6" fmla="*/ 1448082 h 1448082"/>
                <a:gd name="connsiteX7" fmla="*/ 425763 w 1213393"/>
                <a:gd name="connsiteY7" fmla="*/ 28296 h 1448082"/>
                <a:gd name="connsiteX8" fmla="*/ 1105180 w 1213393"/>
                <a:gd name="connsiteY8" fmla="*/ 364836 h 1448082"/>
                <a:gd name="connsiteX9" fmla="*/ 768640 w 1213393"/>
                <a:gd name="connsiteY9" fmla="*/ 1044253 h 1448082"/>
                <a:gd name="connsiteX10" fmla="*/ 89223 w 1213393"/>
                <a:gd name="connsiteY10" fmla="*/ 707713 h 1448082"/>
                <a:gd name="connsiteX11" fmla="*/ 425763 w 1213393"/>
                <a:gd name="connsiteY11" fmla="*/ 28296 h 1448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3393" h="1448082">
                  <a:moveTo>
                    <a:pt x="1213393" y="1413720"/>
                  </a:moveTo>
                  <a:lnTo>
                    <a:pt x="1213393" y="1448082"/>
                  </a:lnTo>
                  <a:lnTo>
                    <a:pt x="1160620" y="1448082"/>
                  </a:lnTo>
                  <a:close/>
                  <a:moveTo>
                    <a:pt x="0" y="1425924"/>
                  </a:moveTo>
                  <a:lnTo>
                    <a:pt x="31161" y="1447390"/>
                  </a:lnTo>
                  <a:lnTo>
                    <a:pt x="32405" y="1448082"/>
                  </a:lnTo>
                  <a:lnTo>
                    <a:pt x="0" y="1448082"/>
                  </a:lnTo>
                  <a:close/>
                  <a:moveTo>
                    <a:pt x="425763" y="28296"/>
                  </a:moveTo>
                  <a:cubicBezTo>
                    <a:pt x="706311" y="-66387"/>
                    <a:pt x="1010497" y="84287"/>
                    <a:pt x="1105180" y="364836"/>
                  </a:cubicBezTo>
                  <a:cubicBezTo>
                    <a:pt x="1199863" y="645384"/>
                    <a:pt x="1049189" y="949570"/>
                    <a:pt x="768640" y="1044253"/>
                  </a:cubicBezTo>
                  <a:cubicBezTo>
                    <a:pt x="488092" y="1138936"/>
                    <a:pt x="183906" y="988262"/>
                    <a:pt x="89223" y="707713"/>
                  </a:cubicBezTo>
                  <a:cubicBezTo>
                    <a:pt x="-5460" y="427165"/>
                    <a:pt x="145214" y="122979"/>
                    <a:pt x="425763" y="28296"/>
                  </a:cubicBezTo>
                  <a:close/>
                </a:path>
              </a:pathLst>
            </a:custGeom>
          </p:spPr>
        </p:pic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694591E7-8F5A-4059-96D9-DF0072944B9A}"/>
                </a:ext>
              </a:extLst>
            </p:cNvPr>
            <p:cNvSpPr/>
            <p:nvPr/>
          </p:nvSpPr>
          <p:spPr>
            <a:xfrm rot="20724770">
              <a:off x="3852602" y="1545923"/>
              <a:ext cx="867600" cy="867600"/>
            </a:xfrm>
            <a:prstGeom prst="ellipse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04F4DD3-10B9-4659-9A07-B3DE62FFB087}"/>
              </a:ext>
            </a:extLst>
          </p:cNvPr>
          <p:cNvGrpSpPr/>
          <p:nvPr/>
        </p:nvGrpSpPr>
        <p:grpSpPr>
          <a:xfrm rot="697633">
            <a:off x="4317759" y="2703681"/>
            <a:ext cx="886304" cy="886304"/>
            <a:chOff x="4905846" y="1628044"/>
            <a:chExt cx="886304" cy="886304"/>
          </a:xfrm>
        </p:grpSpPr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13A0AA3F-4829-4E6E-9CFF-7A6C9A91C8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grayscl/>
            </a:blip>
            <a:srcRect l="38742" t="28572" r="25869" b="11451"/>
            <a:stretch/>
          </p:blipFill>
          <p:spPr>
            <a:xfrm rot="1122878">
              <a:off x="4905846" y="1628044"/>
              <a:ext cx="886304" cy="886304"/>
            </a:xfrm>
            <a:custGeom>
              <a:avLst/>
              <a:gdLst>
                <a:gd name="connsiteX0" fmla="*/ 264532 w 1072427"/>
                <a:gd name="connsiteY0" fmla="*/ 74021 h 1072427"/>
                <a:gd name="connsiteX1" fmla="*/ 998407 w 1072427"/>
                <a:gd name="connsiteY1" fmla="*/ 264532 h 1072427"/>
                <a:gd name="connsiteX2" fmla="*/ 807895 w 1072427"/>
                <a:gd name="connsiteY2" fmla="*/ 998407 h 1072427"/>
                <a:gd name="connsiteX3" fmla="*/ 74021 w 1072427"/>
                <a:gd name="connsiteY3" fmla="*/ 807896 h 1072427"/>
                <a:gd name="connsiteX4" fmla="*/ 264532 w 1072427"/>
                <a:gd name="connsiteY4" fmla="*/ 74021 h 107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2427" h="1072427">
                  <a:moveTo>
                    <a:pt x="264532" y="74021"/>
                  </a:moveTo>
                  <a:cubicBezTo>
                    <a:pt x="519794" y="-76024"/>
                    <a:pt x="848361" y="9271"/>
                    <a:pt x="998407" y="264532"/>
                  </a:cubicBezTo>
                  <a:cubicBezTo>
                    <a:pt x="1148452" y="519794"/>
                    <a:pt x="1063157" y="848362"/>
                    <a:pt x="807895" y="998407"/>
                  </a:cubicBezTo>
                  <a:cubicBezTo>
                    <a:pt x="552634" y="1148453"/>
                    <a:pt x="224066" y="1063158"/>
                    <a:pt x="74021" y="807896"/>
                  </a:cubicBezTo>
                  <a:cubicBezTo>
                    <a:pt x="-76025" y="552634"/>
                    <a:pt x="9270" y="224067"/>
                    <a:pt x="264532" y="74021"/>
                  </a:cubicBezTo>
                  <a:close/>
                </a:path>
              </a:pathLst>
            </a:custGeom>
          </p:spPr>
        </p:pic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19605644-304B-477D-9316-6ADF814721EF}"/>
                </a:ext>
              </a:extLst>
            </p:cNvPr>
            <p:cNvSpPr/>
            <p:nvPr/>
          </p:nvSpPr>
          <p:spPr>
            <a:xfrm>
              <a:off x="4915931" y="1640638"/>
              <a:ext cx="867600" cy="867600"/>
            </a:xfrm>
            <a:prstGeom prst="ellipse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04B022-C3C0-480D-AFE5-8128EA6073E3}"/>
              </a:ext>
            </a:extLst>
          </p:cNvPr>
          <p:cNvGrpSpPr/>
          <p:nvPr/>
        </p:nvGrpSpPr>
        <p:grpSpPr>
          <a:xfrm rot="20228002">
            <a:off x="4847182" y="1818816"/>
            <a:ext cx="886162" cy="886163"/>
            <a:chOff x="4885972" y="497175"/>
            <a:chExt cx="886162" cy="886163"/>
          </a:xfrm>
        </p:grpSpPr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FB7150CF-1CC5-4933-93DB-A32E39F63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</a:blip>
            <a:srcRect l="15605" t="10886" r="14168" b="9298"/>
            <a:stretch>
              <a:fillRect/>
            </a:stretch>
          </p:blipFill>
          <p:spPr>
            <a:xfrm rot="2748282">
              <a:off x="4885971" y="497176"/>
              <a:ext cx="886163" cy="886162"/>
            </a:xfrm>
            <a:custGeom>
              <a:avLst/>
              <a:gdLst>
                <a:gd name="connsiteX0" fmla="*/ 151742 w 1072257"/>
                <a:gd name="connsiteY0" fmla="*/ 162390 h 1072256"/>
                <a:gd name="connsiteX1" fmla="*/ 909867 w 1072257"/>
                <a:gd name="connsiteY1" fmla="*/ 151742 h 1072256"/>
                <a:gd name="connsiteX2" fmla="*/ 920515 w 1072257"/>
                <a:gd name="connsiteY2" fmla="*/ 909867 h 1072256"/>
                <a:gd name="connsiteX3" fmla="*/ 162391 w 1072257"/>
                <a:gd name="connsiteY3" fmla="*/ 920515 h 1072256"/>
                <a:gd name="connsiteX4" fmla="*/ 151742 w 1072257"/>
                <a:gd name="connsiteY4" fmla="*/ 162390 h 1072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2257" h="1072256">
                  <a:moveTo>
                    <a:pt x="151742" y="162390"/>
                  </a:moveTo>
                  <a:cubicBezTo>
                    <a:pt x="358152" y="-49900"/>
                    <a:pt x="697576" y="-54668"/>
                    <a:pt x="909867" y="151742"/>
                  </a:cubicBezTo>
                  <a:cubicBezTo>
                    <a:pt x="1122158" y="358152"/>
                    <a:pt x="1126925" y="697576"/>
                    <a:pt x="920515" y="909867"/>
                  </a:cubicBezTo>
                  <a:cubicBezTo>
                    <a:pt x="714106" y="1122157"/>
                    <a:pt x="374681" y="1126925"/>
                    <a:pt x="162391" y="920515"/>
                  </a:cubicBezTo>
                  <a:cubicBezTo>
                    <a:pt x="-49900" y="714105"/>
                    <a:pt x="-54667" y="374681"/>
                    <a:pt x="151742" y="162390"/>
                  </a:cubicBezTo>
                  <a:close/>
                </a:path>
              </a:pathLst>
            </a:custGeom>
          </p:spPr>
        </p:pic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43AA8D4F-54EC-45FF-8D06-C1F7ACB836D3}"/>
                </a:ext>
              </a:extLst>
            </p:cNvPr>
            <p:cNvSpPr/>
            <p:nvPr/>
          </p:nvSpPr>
          <p:spPr>
            <a:xfrm>
              <a:off x="4897167" y="506275"/>
              <a:ext cx="867600" cy="867600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372F51C-56D3-4D06-B56A-AC1AB88D06B3}"/>
              </a:ext>
            </a:extLst>
          </p:cNvPr>
          <p:cNvCxnSpPr>
            <a:cxnSpLocks/>
            <a:stCxn id="255" idx="6"/>
            <a:endCxn id="8" idx="2"/>
          </p:cNvCxnSpPr>
          <p:nvPr/>
        </p:nvCxnSpPr>
        <p:spPr>
          <a:xfrm>
            <a:off x="941158" y="2137530"/>
            <a:ext cx="293630" cy="2536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20379C7-C50D-4652-A317-55CCEC4A0690}"/>
              </a:ext>
            </a:extLst>
          </p:cNvPr>
          <p:cNvCxnSpPr>
            <a:cxnSpLocks/>
            <a:stCxn id="258" idx="7"/>
            <a:endCxn id="230" idx="3"/>
          </p:cNvCxnSpPr>
          <p:nvPr/>
        </p:nvCxnSpPr>
        <p:spPr>
          <a:xfrm flipV="1">
            <a:off x="1106037" y="2255950"/>
            <a:ext cx="604802" cy="57478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8A18A74A-939D-4D57-A694-322D9A676033}"/>
              </a:ext>
            </a:extLst>
          </p:cNvPr>
          <p:cNvCxnSpPr>
            <a:cxnSpLocks/>
            <a:stCxn id="268" idx="0"/>
            <a:endCxn id="232" idx="3"/>
          </p:cNvCxnSpPr>
          <p:nvPr/>
        </p:nvCxnSpPr>
        <p:spPr>
          <a:xfrm flipV="1">
            <a:off x="1950684" y="2183823"/>
            <a:ext cx="234832" cy="550257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DA43FA21-2B96-4D05-85D9-0473714F7170}"/>
              </a:ext>
            </a:extLst>
          </p:cNvPr>
          <p:cNvCxnSpPr>
            <a:cxnSpLocks/>
            <a:stCxn id="250" idx="0"/>
            <a:endCxn id="234" idx="4"/>
          </p:cNvCxnSpPr>
          <p:nvPr/>
        </p:nvCxnSpPr>
        <p:spPr>
          <a:xfrm flipV="1">
            <a:off x="2792309" y="2122066"/>
            <a:ext cx="75592" cy="58161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9AE2F66-1900-48C7-9570-BBAC6A32A3F6}"/>
              </a:ext>
            </a:extLst>
          </p:cNvPr>
          <p:cNvCxnSpPr>
            <a:cxnSpLocks/>
            <a:stCxn id="286" idx="0"/>
            <a:endCxn id="237" idx="4"/>
          </p:cNvCxnSpPr>
          <p:nvPr/>
        </p:nvCxnSpPr>
        <p:spPr>
          <a:xfrm flipH="1" flipV="1">
            <a:off x="3576143" y="2166201"/>
            <a:ext cx="141774" cy="559478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09F5B6BC-1129-4AF6-9507-FAA4D3B32174}"/>
              </a:ext>
            </a:extLst>
          </p:cNvPr>
          <p:cNvCxnSpPr>
            <a:cxnSpLocks/>
            <a:stCxn id="288" idx="1"/>
            <a:endCxn id="238" idx="5"/>
          </p:cNvCxnSpPr>
          <p:nvPr/>
        </p:nvCxnSpPr>
        <p:spPr>
          <a:xfrm flipH="1" flipV="1">
            <a:off x="4059632" y="2174271"/>
            <a:ext cx="462719" cy="61361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92552766-93D6-4113-900A-3DCFF008664E}"/>
              </a:ext>
            </a:extLst>
          </p:cNvPr>
          <p:cNvCxnSpPr>
            <a:cxnSpLocks/>
            <a:stCxn id="289" idx="1"/>
            <a:endCxn id="231" idx="6"/>
          </p:cNvCxnSpPr>
          <p:nvPr/>
        </p:nvCxnSpPr>
        <p:spPr>
          <a:xfrm flipH="1" flipV="1">
            <a:off x="4617929" y="1961587"/>
            <a:ext cx="272194" cy="13595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0C796AF-CD44-4A2D-AC5C-B35CD070A4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59" y="7629"/>
            <a:ext cx="5618501" cy="135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57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117</cp:revision>
  <dcterms:created xsi:type="dcterms:W3CDTF">2025-02-25T09:15:54Z</dcterms:created>
  <dcterms:modified xsi:type="dcterms:W3CDTF">2026-02-17T11:01:21Z</dcterms:modified>
</cp:coreProperties>
</file>